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e4ca3757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e4ca3757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e4ca3757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e4ca3757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4ca3757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4ca3757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4ca3757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4ca3757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4ca3757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4ca3757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4ca3757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e4ca3757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4ca3757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4ca3757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e4ca3757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e4ca3757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12"/>
          <p:cNvPicPr preferRelativeResize="0"/>
          <p:nvPr/>
        </p:nvPicPr>
        <p:blipFill rotWithShape="1">
          <a:blip r:embed="rId2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30" r="20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