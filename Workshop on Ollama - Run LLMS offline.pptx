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ce4ca37578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ce4ca37578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ce4ca37578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ce4ca37578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ce4ca37578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ce4ca37578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ce4ca37578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ce4ca37578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e4ca37578_0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e4ca37578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ce4ca37578_0_1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ce4ca37578_0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ce4ca37578_0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ce4ca37578_0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ce4ca37578_0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ce4ca37578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0" name="Google Shape;50;p12"/>
          <p:cNvPicPr preferRelativeResize="0"/>
          <p:nvPr/>
        </p:nvPicPr>
        <p:blipFill rotWithShape="1">
          <a:blip r:embed="rId2">
            <a:alphaModFix/>
          </a:blip>
          <a:srcRect b="10" l="0" r="0" t="10"/>
          <a:stretch/>
        </p:blipFill>
        <p:spPr>
          <a:xfrm>
            <a:off x="-35700" y="0"/>
            <a:ext cx="9210675" cy="51439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this slide"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/>
          <p:cNvPicPr preferRelativeResize="0"/>
          <p:nvPr/>
        </p:nvPicPr>
        <p:blipFill rotWithShape="1">
          <a:blip r:embed="rId3">
            <a:alphaModFix/>
          </a:blip>
          <a:srcRect b="0" l="30" r="20" t="0"/>
          <a:stretch/>
        </p:blipFill>
        <p:spPr>
          <a:xfrm>
            <a:off x="-35700" y="0"/>
            <a:ext cx="9210675" cy="5147686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this slide" id="67" name="Google Shape;6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Google Shape;73;p16"/>
          <p:cNvPicPr preferRelativeResize="0"/>
          <p:nvPr/>
        </p:nvPicPr>
        <p:blipFill rotWithShape="1">
          <a:blip r:embed="rId3">
            <a:alphaModFix/>
          </a:blip>
          <a:srcRect b="10" l="0" r="0" t="10"/>
          <a:stretch/>
        </p:blipFill>
        <p:spPr>
          <a:xfrm>
            <a:off x="-35700" y="0"/>
            <a:ext cx="9210675" cy="5143945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this slide" id="79" name="Google Shape;79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8"/>
          <p:cNvPicPr preferRelativeResize="0"/>
          <p:nvPr/>
        </p:nvPicPr>
        <p:blipFill rotWithShape="1">
          <a:blip r:embed="rId3">
            <a:alphaModFix/>
          </a:blip>
          <a:srcRect b="10" l="0" r="0" t="10"/>
          <a:stretch/>
        </p:blipFill>
        <p:spPr>
          <a:xfrm>
            <a:off x="-35700" y="0"/>
            <a:ext cx="9210675" cy="5143945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9"/>
          <p:cNvPicPr preferRelativeResize="0"/>
          <p:nvPr/>
        </p:nvPicPr>
        <p:blipFill rotWithShape="1">
          <a:blip r:embed="rId3">
            <a:alphaModFix/>
          </a:blip>
          <a:srcRect b="10" l="0" r="0" t="10"/>
          <a:stretch/>
        </p:blipFill>
        <p:spPr>
          <a:xfrm>
            <a:off x="-35700" y="0"/>
            <a:ext cx="9210675" cy="5143945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this slide" id="97" name="Google Shape;97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